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2926080" cy="4997196"/>
          </a:xfrm>
          <a:prstGeom prst="rect">
            <a:avLst/>
          </a:prstGeom>
          <a:solidFill>
            <a:srgbClr val="0A1F2E"/>
          </a:solidFill>
          <a:ln w="12700">
            <a:solidFill>
              <a:srgbClr val="0A1F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347472"/>
            <a:ext cx="2560320" cy="438912"/>
          </a:xfrm>
          <a:prstGeom prst="roundRect">
            <a:avLst>
              <a:gd name="adj" fmla="val 10417"/>
            </a:avLst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34747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V1  Planering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" y="905256"/>
            <a:ext cx="2560320" cy="438912"/>
          </a:xfrm>
          <a:prstGeom prst="roundRect">
            <a:avLst>
              <a:gd name="adj" fmla="val 10417"/>
            </a:avLst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905256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V2  Databas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7160" y="1463040"/>
            <a:ext cx="2560320" cy="438912"/>
          </a:xfrm>
          <a:prstGeom prst="roundRect">
            <a:avLst>
              <a:gd name="adj" fmla="val 1041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" y="146304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V3  IoT-sensor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7160" y="2020824"/>
            <a:ext cx="2560320" cy="438912"/>
          </a:xfrm>
          <a:prstGeom prst="roundRect">
            <a:avLst>
              <a:gd name="adj" fmla="val 1041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" y="202082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V4  Backend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7160" y="2578608"/>
            <a:ext cx="2560320" cy="438912"/>
          </a:xfrm>
          <a:prstGeom prst="roundRect">
            <a:avLst>
              <a:gd name="adj" fmla="val 1041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" y="25786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V5  Kommunikation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" y="3136392"/>
            <a:ext cx="2560320" cy="438912"/>
          </a:xfrm>
          <a:prstGeom prst="roundRect">
            <a:avLst>
              <a:gd name="adj" fmla="val 1041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313639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V6  Frontend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37160" y="3694176"/>
            <a:ext cx="2560320" cy="438912"/>
          </a:xfrm>
          <a:prstGeom prst="roundRect">
            <a:avLst>
              <a:gd name="adj" fmla="val 1041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" y="3694176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V7  Integration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37160" y="4251960"/>
            <a:ext cx="2560320" cy="438912"/>
          </a:xfrm>
          <a:prstGeom prst="roundRect">
            <a:avLst>
              <a:gd name="adj" fmla="val 1041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" y="425196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V8  Leverans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08960" y="9144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PROJEKTPLAN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3108960" y="169164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Environmental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108960" y="217627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Platform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108960" y="28346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Fullstack IoT-projekt  •  8 veckors plan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A3F"/>
          </a:solidFill>
          <a:ln w="12700">
            <a:solidFill>
              <a:srgbClr val="0F2A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PROJEKTÖVERSIKT – 8 VECKOR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9728" y="749808"/>
            <a:ext cx="208483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" y="749808"/>
            <a:ext cx="2084832" cy="347472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" y="749808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VEC.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" y="113385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Projektsetup &amp; Planering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1591056"/>
            <a:ext cx="1901952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159105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✓ Repo &amp; miljö klar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1168" y="1956816"/>
            <a:ext cx="1901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Planering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40864" y="749808"/>
            <a:ext cx="208483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40864" y="749808"/>
            <a:ext cx="2084832" cy="34747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40864" y="749808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VEC.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32304" y="113385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Dataanalys &amp; Modellering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32304" y="1591056"/>
            <a:ext cx="1901952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32304" y="159105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✓ Databas &amp; modell klar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32304" y="1956816"/>
            <a:ext cx="1901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Databas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749808"/>
            <a:ext cx="208483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749808"/>
            <a:ext cx="208483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749808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VEC.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113385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Sensorsimulator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591056"/>
            <a:ext cx="1901952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59105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✓ Sensor skickar data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63440" y="1956816"/>
            <a:ext cx="1901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IoT-sensor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03136" y="749808"/>
            <a:ext cx="208483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03136" y="749808"/>
            <a:ext cx="2084832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03136" y="749808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VEC. 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94576" y="113385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REST-API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94576" y="1591056"/>
            <a:ext cx="1901952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94576" y="159105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✓ API fullt fungerande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94576" y="1956816"/>
            <a:ext cx="1901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Backend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9728" y="2834640"/>
            <a:ext cx="208483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09728" y="2834640"/>
            <a:ext cx="2084832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9728" y="283464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VEC. 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01168" y="3218688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Datakommunikation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01168" y="3675888"/>
            <a:ext cx="1901952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1168" y="367588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✓ Sensor → Backend pipeline klar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01168" y="4041648"/>
            <a:ext cx="1901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Kommunikation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340864" y="2834640"/>
            <a:ext cx="208483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340864" y="2834640"/>
            <a:ext cx="2084832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340864" y="283464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VEC. 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432304" y="3218688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Dashboard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432304" y="3675888"/>
            <a:ext cx="1901952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32304" y="367588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✓ Dashboard live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432304" y="4041648"/>
            <a:ext cx="1901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Frontend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0" y="2834640"/>
            <a:ext cx="208483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572000" y="2834640"/>
            <a:ext cx="2084832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0" y="283464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VEC. 7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663440" y="3218688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Testning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663440" y="3675888"/>
            <a:ext cx="1901952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63440" y="367588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✓ Hela systemet testat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663440" y="4041648"/>
            <a:ext cx="1901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Integration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803136" y="2834640"/>
            <a:ext cx="208483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803136" y="2834640"/>
            <a:ext cx="2084832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03136" y="283464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VEC. 8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894576" y="3218688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Dokumentation &amp; Presentation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894576" y="3675888"/>
            <a:ext cx="1901952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94576" y="367588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✓ Projekt inlämnat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894576" y="4041648"/>
            <a:ext cx="1901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Leverans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5143500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6400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V1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0" y="1691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PLANERING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297680"/>
            <a:ext cx="2377440" cy="8458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297680"/>
            <a:ext cx="2377440" cy="845820"/>
          </a:xfrm>
          <a:prstGeom prst="rect">
            <a:avLst/>
          </a:prstGeom>
          <a:solidFill>
            <a:srgbClr val="0A1F2E"/>
          </a:solidFill>
          <a:ln w="12700">
            <a:solidFill>
              <a:srgbClr val="0A1F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" y="4315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</a:rPr>
              <a:t>MILESTONE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" y="457200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Repo &amp; miljö klar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7440" y="0"/>
            <a:ext cx="676656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Vecka 1  –  Projektsetup &amp; Planering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60320" y="80467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</a:rPr>
              <a:t>ATT LEVERERA DENNA VECKA: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4600" y="1143000"/>
            <a:ext cx="630936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1143000"/>
            <a:ext cx="54864" cy="594360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33472" y="1271016"/>
            <a:ext cx="329184" cy="329184"/>
          </a:xfrm>
          <a:prstGeom prst="ellipse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33472" y="1271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35808" y="121615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Git-repository skapas och konfigureras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856232"/>
            <a:ext cx="630936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14600" y="1856232"/>
            <a:ext cx="54864" cy="594360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33472" y="1984248"/>
            <a:ext cx="329184" cy="329184"/>
          </a:xfrm>
          <a:prstGeom prst="ellipse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33472" y="1984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35808" y="192938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med projektbeskrivning skrivs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14600" y="2569464"/>
            <a:ext cx="630936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14600" y="2569464"/>
            <a:ext cx="54864" cy="594360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33472" y="2697480"/>
            <a:ext cx="329184" cy="329184"/>
          </a:xfrm>
          <a:prstGeom prst="ellipse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33472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35808" y="264261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Kravspecifikation genomgås och förstås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14600" y="3282696"/>
            <a:ext cx="630936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14600" y="3282696"/>
            <a:ext cx="54864" cy="594360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33472" y="3410712"/>
            <a:ext cx="329184" cy="329184"/>
          </a:xfrm>
          <a:prstGeom prst="ellipse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33472" y="3410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035808" y="335584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Teknikval dokumenteras (protokoll, databas, frontend)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514600" y="3995928"/>
            <a:ext cx="630936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514600" y="3995928"/>
            <a:ext cx="54864" cy="594360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33472" y="4123944"/>
            <a:ext cx="329184" cy="329184"/>
          </a:xfrm>
          <a:prstGeom prst="ellipse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33472" y="4123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035808" y="40690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 utvecklingsmiljö sätts upp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51435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6400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V2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0" y="1691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DATABAS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297680"/>
            <a:ext cx="2377440" cy="8458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297680"/>
            <a:ext cx="2377440" cy="845820"/>
          </a:xfrm>
          <a:prstGeom prst="rect">
            <a:avLst/>
          </a:prstGeom>
          <a:solidFill>
            <a:srgbClr val="0A1F2E"/>
          </a:solidFill>
          <a:ln w="12700">
            <a:solidFill>
              <a:srgbClr val="0A1F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" y="4315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</a:rPr>
              <a:t>MILESTONE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" y="457200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Databas &amp; modell klar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7440" y="0"/>
            <a:ext cx="676656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Vecka 2  –  Dataanalys &amp; Modellering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60320" y="80467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</a:rPr>
              <a:t>ATT LEVERERA DENNA VECKA: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4600" y="1143000"/>
            <a:ext cx="630936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1143000"/>
            <a:ext cx="54864" cy="59436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33472" y="1271016"/>
            <a:ext cx="329184" cy="329184"/>
          </a:xfrm>
          <a:prstGeom prst="ellipse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33472" y="1271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35808" y="121615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(CDPH Beach Water Quality) laddas ned och analyseras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856232"/>
            <a:ext cx="630936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14600" y="1856232"/>
            <a:ext cx="54864" cy="59436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33472" y="1984248"/>
            <a:ext cx="329184" cy="329184"/>
          </a:xfrm>
          <a:prstGeom prst="ellipse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33472" y="1984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35808" y="192938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Datamodell designas: sensor_id, timestamp, value, quality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14600" y="2569464"/>
            <a:ext cx="630936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14600" y="2569464"/>
            <a:ext cx="54864" cy="59436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33472" y="2697480"/>
            <a:ext cx="329184" cy="329184"/>
          </a:xfrm>
          <a:prstGeom prst="ellipse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33472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35808" y="264261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Databasen skapas och migreras i Django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14600" y="3282696"/>
            <a:ext cx="630936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14600" y="3282696"/>
            <a:ext cx="54864" cy="59436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33472" y="3410712"/>
            <a:ext cx="329184" cy="329184"/>
          </a:xfrm>
          <a:prstGeom prst="ellipse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33472" y="3410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035808" y="335584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Django-projekt initieras med grundstruktur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514600" y="3995928"/>
            <a:ext cx="630936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514600" y="3995928"/>
            <a:ext cx="54864" cy="59436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33472" y="4123944"/>
            <a:ext cx="329184" cy="329184"/>
          </a:xfrm>
          <a:prstGeom prst="ellipse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33472" y="4123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035808" y="40690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Databas-index på timestamp skapas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6400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V3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0" y="1691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IOT-SENSOR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297680"/>
            <a:ext cx="2377440" cy="8458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297680"/>
            <a:ext cx="2377440" cy="845820"/>
          </a:xfrm>
          <a:prstGeom prst="rect">
            <a:avLst/>
          </a:prstGeom>
          <a:solidFill>
            <a:srgbClr val="0A1F2E"/>
          </a:solidFill>
          <a:ln w="12700">
            <a:solidFill>
              <a:srgbClr val="0A1F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" y="4315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</a:rPr>
              <a:t>MILESTONE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" y="457200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Sensor skickar data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7440" y="0"/>
            <a:ext cx="676656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Vecka 3  –  Sensorsimulator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60320" y="80467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</a:rPr>
              <a:t>ATT LEVERERA DENNA VECKA: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4600" y="1143000"/>
            <a:ext cx="630936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1143000"/>
            <a:ext cx="54864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33472" y="1271016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33472" y="1271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35808" y="121615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Python-skript för sensorsimulator skapas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856232"/>
            <a:ext cx="630936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14600" y="1856232"/>
            <a:ext cx="54864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33472" y="1984248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33472" y="1984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35808" y="192938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läses in från öppet dataset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14600" y="2569464"/>
            <a:ext cx="630936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14600" y="2569464"/>
            <a:ext cx="54864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33472" y="2697480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33472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35808" y="264261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Varje datapunkt tidsstämplas och får sensor_id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14600" y="3282696"/>
            <a:ext cx="630936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14600" y="3282696"/>
            <a:ext cx="54864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33472" y="3410712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33472" y="3410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035808" y="335584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Konfigurerbart sändningsintervall implementeras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514600" y="3995928"/>
            <a:ext cx="630936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514600" y="3995928"/>
            <a:ext cx="54864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33472" y="4123944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33472" y="4123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035808" y="40690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Loggning vid varje sändning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6400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V4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0" y="1691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BACKEND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297680"/>
            <a:ext cx="2377440" cy="8458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297680"/>
            <a:ext cx="2377440" cy="845820"/>
          </a:xfrm>
          <a:prstGeom prst="rect">
            <a:avLst/>
          </a:prstGeom>
          <a:solidFill>
            <a:srgbClr val="0A1F2E"/>
          </a:solidFill>
          <a:ln w="12700">
            <a:solidFill>
              <a:srgbClr val="0A1F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" y="4315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</a:rPr>
              <a:t>MILESTONE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" y="457200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API fullt fungerande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7440" y="0"/>
            <a:ext cx="676656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Vecka 4  –  Backend &amp; REST-API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60320" y="80467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</a:rPr>
              <a:t>ATT LEVERERA DENNA VECKA: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4600" y="1143000"/>
            <a:ext cx="630936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1143000"/>
            <a:ext cx="54864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33472" y="1271016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33472" y="1271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35808" y="121615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REST-endpoint för POST av sensordata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856232"/>
            <a:ext cx="630936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14600" y="1856232"/>
            <a:ext cx="54864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33472" y="1984248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33472" y="1984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35808" y="192938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Validering av obligatoriska fält (HTTP 400 vid fel)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14600" y="2569464"/>
            <a:ext cx="630936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14600" y="2569464"/>
            <a:ext cx="54864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33472" y="2697480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33472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35808" y="264261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Endpoint: GET /api/latest/ – senaste mätvärde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14600" y="3282696"/>
            <a:ext cx="630936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14600" y="3282696"/>
            <a:ext cx="54864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33472" y="3410712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33472" y="3410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035808" y="335584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Endpoint: GET /api/history/ – historisk data med datumfilter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514600" y="3995928"/>
            <a:ext cx="630936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514600" y="3995928"/>
            <a:ext cx="54864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33472" y="4123944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33472" y="4123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035808" y="40690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Felhantering: HTTP 404 och 500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6400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V5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0" y="1691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KOMMUNIKATION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297680"/>
            <a:ext cx="2377440" cy="8458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297680"/>
            <a:ext cx="2377440" cy="845820"/>
          </a:xfrm>
          <a:prstGeom prst="rect">
            <a:avLst/>
          </a:prstGeom>
          <a:solidFill>
            <a:srgbClr val="0A1F2E"/>
          </a:solidFill>
          <a:ln w="12700">
            <a:solidFill>
              <a:srgbClr val="0A1F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" y="4315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</a:rPr>
              <a:t>MILESTONE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" y="457200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Sensor → Backend pipeline klar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7440" y="0"/>
            <a:ext cx="676656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Vecka 5  –  Datakommunikation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60320" y="80467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</a:rPr>
              <a:t>ATT LEVERERA DENNA VECKA: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4600" y="1143000"/>
            <a:ext cx="630936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1143000"/>
            <a:ext cx="54864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33472" y="1271016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33472" y="1271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35808" y="121615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IoT-protokoll implementeras (MQTT eller HTTP)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856232"/>
            <a:ext cx="630936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14600" y="1856232"/>
            <a:ext cx="54864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33472" y="1984248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33472" y="1984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35808" y="192938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kopplas till backend via protokollet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14600" y="2569464"/>
            <a:ext cx="630936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14600" y="2569464"/>
            <a:ext cx="54864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33472" y="2697480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33472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35808" y="264261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Retry-mekanism vid kommunikationsfel (min. 3 försök)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14600" y="3282696"/>
            <a:ext cx="630936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14600" y="3282696"/>
            <a:ext cx="54864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33472" y="3410712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33472" y="3410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035808" y="335584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Felloggar vid kommunikationsproblem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514600" y="3995928"/>
            <a:ext cx="630936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514600" y="3995928"/>
            <a:ext cx="54864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33472" y="4123944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33472" y="4123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035808" y="40690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Ogiltig data avvisas och loggas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6400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V6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0" y="1691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FRONTEND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297680"/>
            <a:ext cx="2377440" cy="8458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297680"/>
            <a:ext cx="2377440" cy="845820"/>
          </a:xfrm>
          <a:prstGeom prst="rect">
            <a:avLst/>
          </a:prstGeom>
          <a:solidFill>
            <a:srgbClr val="0A1F2E"/>
          </a:solidFill>
          <a:ln w="12700">
            <a:solidFill>
              <a:srgbClr val="0A1F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" y="4315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</a:rPr>
              <a:t>MILESTONE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" y="457200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Dashboard live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7440" y="0"/>
            <a:ext cx="676656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Vecka 6  –  Frontend / Dashboard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60320" y="80467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</a:rPr>
              <a:t>ATT LEVERERA DENNA VECKA: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4600" y="1143000"/>
            <a:ext cx="630936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1143000"/>
            <a:ext cx="54864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33472" y="1271016"/>
            <a:ext cx="329184" cy="32918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33472" y="1271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35808" y="121615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Dashboard-sida skapas med Bootstrap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856232"/>
            <a:ext cx="630936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14600" y="1856232"/>
            <a:ext cx="54864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33472" y="1984248"/>
            <a:ext cx="329184" cy="32918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33472" y="1984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35808" y="192938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Aktuellt mätvärde visas prominent med tidsstämpel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14600" y="2569464"/>
            <a:ext cx="630936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14600" y="2569464"/>
            <a:ext cx="54864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33472" y="2697480"/>
            <a:ext cx="329184" cy="32918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33472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35808" y="264261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Färgkodad status: grön (OK) / röd (Avvikelse)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14600" y="3282696"/>
            <a:ext cx="630936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14600" y="3282696"/>
            <a:ext cx="54864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33472" y="3410712"/>
            <a:ext cx="329184" cy="32918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33472" y="3410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035808" y="335584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Linjediagram med historisk data (Chart.js)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514600" y="3995928"/>
            <a:ext cx="630936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514600" y="3995928"/>
            <a:ext cx="54864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33472" y="4123944"/>
            <a:ext cx="329184" cy="32918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33472" y="4123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035808" y="40690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Avvikelser markeras i diagrammet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6400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V7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0" y="1691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INTEGRATION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297680"/>
            <a:ext cx="2377440" cy="8458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297680"/>
            <a:ext cx="2377440" cy="845820"/>
          </a:xfrm>
          <a:prstGeom prst="rect">
            <a:avLst/>
          </a:prstGeom>
          <a:solidFill>
            <a:srgbClr val="0A1F2E"/>
          </a:solidFill>
          <a:ln w="12700">
            <a:solidFill>
              <a:srgbClr val="0A1F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" y="4315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</a:rPr>
              <a:t>MILESTONE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" y="457200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Hela systemet testat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7440" y="0"/>
            <a:ext cx="676656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Vecka 7  –  Integration &amp; Testning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60320" y="80467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</a:rPr>
              <a:t>ATT LEVERERA DENNA VECKA: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4600" y="1143000"/>
            <a:ext cx="630936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1143000"/>
            <a:ext cx="54864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33472" y="1271016"/>
            <a:ext cx="329184" cy="32918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33472" y="1271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35808" y="121615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test: sensor → kommunikation → backend → frontend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856232"/>
            <a:ext cx="630936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14600" y="1856232"/>
            <a:ext cx="54864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33472" y="1984248"/>
            <a:ext cx="329184" cy="32918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33472" y="1984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35808" y="192938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uppdateras dynamiskt (polling/WebSocket)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14600" y="2569464"/>
            <a:ext cx="630936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14600" y="2569464"/>
            <a:ext cx="54864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33472" y="2697480"/>
            <a:ext cx="329184" cy="32918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33472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35808" y="264261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Tröskelvärde definieras och testas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14600" y="3282696"/>
            <a:ext cx="630936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14600" y="3282696"/>
            <a:ext cx="54864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33472" y="3410712"/>
            <a:ext cx="329184" cy="32918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33472" y="3410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035808" y="335584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Buggfixar och stabilisering av hela flödet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514600" y="3995928"/>
            <a:ext cx="630936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514600" y="3995928"/>
            <a:ext cx="54864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33472" y="4123944"/>
            <a:ext cx="329184" cy="32918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33472" y="4123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035808" y="40690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Manuell testning mot acceptanskriterier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51435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6400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V8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0" y="1691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LEVERANS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297680"/>
            <a:ext cx="2377440" cy="8458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297680"/>
            <a:ext cx="2377440" cy="845820"/>
          </a:xfrm>
          <a:prstGeom prst="rect">
            <a:avLst/>
          </a:prstGeom>
          <a:solidFill>
            <a:srgbClr val="0A1F2E"/>
          </a:solidFill>
          <a:ln w="12700">
            <a:solidFill>
              <a:srgbClr val="0A1F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" y="4315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</a:rPr>
              <a:t>MILESTONE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" y="457200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Projekt inlämnat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7440" y="0"/>
            <a:ext cx="676656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Vecka 8  –  Dokumentation &amp; Presentation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60320" y="80467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</a:rPr>
              <a:t>ATT LEVERERA DENNA VECKA: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4600" y="1143000"/>
            <a:ext cx="630936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1143000"/>
            <a:ext cx="54864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33472" y="1271016"/>
            <a:ext cx="329184" cy="32918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33472" y="1271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35808" y="121615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Arkitekturdiagram skapas och dokumenteras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856232"/>
            <a:ext cx="630936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14600" y="1856232"/>
            <a:ext cx="54864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33472" y="1984248"/>
            <a:ext cx="329184" cy="32918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33472" y="1984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35808" y="192938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Teknikval motiveras skriftligt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14600" y="2569464"/>
            <a:ext cx="630936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14600" y="2569464"/>
            <a:ext cx="54864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33472" y="2697480"/>
            <a:ext cx="329184" cy="32918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33472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35808" y="264261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Reflektion kring skalbarhet skrivs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14600" y="3282696"/>
            <a:ext cx="630936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14600" y="3282696"/>
            <a:ext cx="54864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33472" y="3410712"/>
            <a:ext cx="329184" cy="32918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33472" y="3410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035808" y="335584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finaliseras med installationsguide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514600" y="3995928"/>
            <a:ext cx="630936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514600" y="3995928"/>
            <a:ext cx="54864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33472" y="4123944"/>
            <a:ext cx="329184" cy="32918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33472" y="4123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035808" y="40690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och demo förbereds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&amp; LEVERANSER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9728" y="896112"/>
            <a:ext cx="2084832" cy="1828800"/>
          </a:xfrm>
          <a:prstGeom prst="rect">
            <a:avLst/>
          </a:prstGeom>
          <a:solidFill>
            <a:srgbClr val="0A1F2E"/>
          </a:solidFill>
          <a:ln w="12700">
            <a:solidFill>
              <a:srgbClr val="1A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" y="896112"/>
            <a:ext cx="2084832" cy="329184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" y="896112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VEC. 1  •  PLANERING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01168" y="1298448"/>
            <a:ext cx="190195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&amp; miljö klar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40864" y="896112"/>
            <a:ext cx="2084832" cy="1828800"/>
          </a:xfrm>
          <a:prstGeom prst="rect">
            <a:avLst/>
          </a:prstGeom>
          <a:solidFill>
            <a:srgbClr val="0A1F2E"/>
          </a:solidFill>
          <a:ln w="12700">
            <a:solidFill>
              <a:srgbClr val="1A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40864" y="896112"/>
            <a:ext cx="2084832" cy="32918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40864" y="896112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VEC. 2  •  DATABAS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32304" y="1298448"/>
            <a:ext cx="190195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 &amp; modell klar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896112"/>
            <a:ext cx="2084832" cy="1828800"/>
          </a:xfrm>
          <a:prstGeom prst="rect">
            <a:avLst/>
          </a:prstGeom>
          <a:solidFill>
            <a:srgbClr val="0A1F2E"/>
          </a:solidFill>
          <a:ln w="12700">
            <a:solidFill>
              <a:srgbClr val="1A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896112"/>
            <a:ext cx="2084832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896112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VEC. 3  •  IOT-SENSOR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63440" y="1298448"/>
            <a:ext cx="190195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skickar data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03136" y="896112"/>
            <a:ext cx="2084832" cy="1828800"/>
          </a:xfrm>
          <a:prstGeom prst="rect">
            <a:avLst/>
          </a:prstGeom>
          <a:solidFill>
            <a:srgbClr val="0A1F2E"/>
          </a:solidFill>
          <a:ln w="12700">
            <a:solidFill>
              <a:srgbClr val="1A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03136" y="896112"/>
            <a:ext cx="2084832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03136" y="896112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VEC. 4  •  BACKEND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94576" y="1298448"/>
            <a:ext cx="190195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fullt fungerande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9728" y="2889504"/>
            <a:ext cx="2084832" cy="1828800"/>
          </a:xfrm>
          <a:prstGeom prst="rect">
            <a:avLst/>
          </a:prstGeom>
          <a:solidFill>
            <a:srgbClr val="0A1F2E"/>
          </a:solidFill>
          <a:ln w="12700">
            <a:solidFill>
              <a:srgbClr val="1A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9728" y="2889504"/>
            <a:ext cx="2084832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" y="2889504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VEC. 5  •  KOMMUNIKATION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1168" y="3291840"/>
            <a:ext cx="190195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→ Backend pipeline klar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340864" y="2889504"/>
            <a:ext cx="2084832" cy="1828800"/>
          </a:xfrm>
          <a:prstGeom prst="rect">
            <a:avLst/>
          </a:prstGeom>
          <a:solidFill>
            <a:srgbClr val="0A1F2E"/>
          </a:solidFill>
          <a:ln w="12700">
            <a:solidFill>
              <a:srgbClr val="1A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340864" y="2889504"/>
            <a:ext cx="2084832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40864" y="2889504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VEC. 6  •  FRONTEND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432304" y="3291840"/>
            <a:ext cx="190195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live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0" y="2889504"/>
            <a:ext cx="2084832" cy="1828800"/>
          </a:xfrm>
          <a:prstGeom prst="rect">
            <a:avLst/>
          </a:prstGeom>
          <a:solidFill>
            <a:srgbClr val="0A1F2E"/>
          </a:solidFill>
          <a:ln w="12700">
            <a:solidFill>
              <a:srgbClr val="1A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2889504"/>
            <a:ext cx="2084832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2889504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VEC. 7  •  INTEGRATION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63440" y="3291840"/>
            <a:ext cx="190195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Hela systemet testat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03136" y="2889504"/>
            <a:ext cx="2084832" cy="1828800"/>
          </a:xfrm>
          <a:prstGeom prst="rect">
            <a:avLst/>
          </a:prstGeom>
          <a:solidFill>
            <a:srgbClr val="0A1F2E"/>
          </a:solidFill>
          <a:ln w="12700">
            <a:solidFill>
              <a:srgbClr val="1A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803136" y="2889504"/>
            <a:ext cx="2084832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03136" y="2889504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VEC. 8  •  LEVERANS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94576" y="3291840"/>
            <a:ext cx="190195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inlämnat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Projektplan – Smart Environmental Monitoring Platform</dc:title>
  <dc:subject>PptxGenJS Presentation</dc:subject>
  <dc:creator>PptxGenJS</dc:creator>
  <cp:lastModifiedBy>PptxGenJS</cp:lastModifiedBy>
  <cp:revision>1</cp:revision>
  <dcterms:created xsi:type="dcterms:W3CDTF">2026-02-23T08:41:55Z</dcterms:created>
  <dcterms:modified xsi:type="dcterms:W3CDTF">2026-02-23T08:41:55Z</dcterms:modified>
</cp:coreProperties>
</file>